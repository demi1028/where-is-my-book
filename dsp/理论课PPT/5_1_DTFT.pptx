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sldIdLst>
    <p:sldId id="343" r:id="rId2"/>
    <p:sldId id="344" r:id="rId3"/>
    <p:sldId id="345" r:id="rId4"/>
    <p:sldId id="318" r:id="rId5"/>
    <p:sldId id="319" r:id="rId6"/>
    <p:sldId id="320" r:id="rId7"/>
    <p:sldId id="32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9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7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4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3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4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2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31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e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png"/><Relationship Id="rId4" Type="http://schemas.openxmlformats.org/officeDocument/2006/relationships/image" Target="../media/image12.wmf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367213" y="24606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的收敛性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135188" y="141287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2400" b="0" i="0" u="none" strike="noStrike" kern="1200" cap="none" spc="0" normalizeH="0" baseline="30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el-GR" altLang="zh-CN" sz="2400" baseline="30000" dirty="0"/>
              <a:t>ω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的部分和</a:t>
            </a: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317544"/>
              </p:ext>
            </p:extLst>
          </p:nvPr>
        </p:nvGraphicFramePr>
        <p:xfrm>
          <a:off x="4826000" y="1133475"/>
          <a:ext cx="3908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8" name="Equation" r:id="rId3" imgW="1562040" imgH="431640" progId="Equation.DSMT4">
                  <p:embed/>
                </p:oleObj>
              </mc:Choice>
              <mc:Fallback>
                <p:oleObj name="Equation" r:id="rId3" imgW="1562040" imgH="431640" progId="Equation.DSMT4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1133475"/>
                        <a:ext cx="390842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12962"/>
              </p:ext>
            </p:extLst>
          </p:nvPr>
        </p:nvGraphicFramePr>
        <p:xfrm>
          <a:off x="2905919" y="2008982"/>
          <a:ext cx="23193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9" name="Equation" r:id="rId5" imgW="927000" imgH="431640" progId="Equation.DSMT4">
                  <p:embed/>
                </p:oleObj>
              </mc:Choice>
              <mc:Fallback>
                <p:oleObj name="Equation" r:id="rId5" imgW="927000" imgH="43164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919" y="2008982"/>
                        <a:ext cx="231933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080402"/>
              </p:ext>
            </p:extLst>
          </p:nvPr>
        </p:nvGraphicFramePr>
        <p:xfrm>
          <a:off x="2463800" y="3108325"/>
          <a:ext cx="44767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0" name="Equation" r:id="rId7" imgW="1790640" imgH="304560" progId="Equation.DSMT4">
                  <p:embed/>
                </p:oleObj>
              </mc:Choice>
              <mc:Fallback>
                <p:oleObj name="Equation" r:id="rId7" imgW="1790640" imgH="30456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108325"/>
                        <a:ext cx="44767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255350"/>
              </p:ext>
            </p:extLst>
          </p:nvPr>
        </p:nvGraphicFramePr>
        <p:xfrm>
          <a:off x="2827338" y="3870325"/>
          <a:ext cx="24765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1" name="Equation" r:id="rId9" imgW="990360" imgH="431640" progId="Equation.DSMT4">
                  <p:embed/>
                </p:oleObj>
              </mc:Choice>
              <mc:Fallback>
                <p:oleObj name="Equation" r:id="rId9" imgW="990360" imgH="431640" progId="Equation.DSMT4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3870325"/>
                        <a:ext cx="24765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243199"/>
              </p:ext>
            </p:extLst>
          </p:nvPr>
        </p:nvGraphicFramePr>
        <p:xfrm>
          <a:off x="2581275" y="4754563"/>
          <a:ext cx="537051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2" name="Equation" r:id="rId11" imgW="2349360" imgH="342720" progId="Equation.DSMT4">
                  <p:embed/>
                </p:oleObj>
              </mc:Choice>
              <mc:Fallback>
                <p:oleObj name="Equation" r:id="rId11" imgW="2349360" imgH="342720" progId="Equation.DSMT4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4754563"/>
                        <a:ext cx="537051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1676400" y="8318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159375" y="22764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绝对可和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7319963" y="31400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一致收敛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5303838" y="41497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能量有限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8256588" y="4870450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均方收敛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2424114" y="5661026"/>
            <a:ext cx="7705725" cy="90486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若序列满足绝对可和，则序列存在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（充分条件）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但某些满足能量有限的序列，也存在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320925" y="228917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2284412" y="3220509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320925" y="4155016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2315633" y="4963583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4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364159"/>
              </p:ext>
            </p:extLst>
          </p:nvPr>
        </p:nvGraphicFramePr>
        <p:xfrm>
          <a:off x="5232400" y="195263"/>
          <a:ext cx="33115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8" name="Equation" r:id="rId3" imgW="1612800" imgH="507960" progId="Equation.DSMT4">
                  <p:embed/>
                </p:oleObj>
              </mc:Choice>
              <mc:Fallback>
                <p:oleObj name="Equation" r:id="rId3" imgW="1612800" imgH="507960" progId="Equation.DSMT4">
                  <p:embed/>
                  <p:pic>
                    <p:nvPicPr>
                      <p:cNvPr id="430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195263"/>
                        <a:ext cx="33115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316865"/>
              </p:ext>
            </p:extLst>
          </p:nvPr>
        </p:nvGraphicFramePr>
        <p:xfrm>
          <a:off x="2874963" y="282575"/>
          <a:ext cx="25574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9" name="Equation" r:id="rId5" imgW="1282680" imgH="393480" progId="Equation.DSMT4">
                  <p:embed/>
                </p:oleObj>
              </mc:Choice>
              <mc:Fallback>
                <p:oleObj name="Equation" r:id="rId5" imgW="1282680" imgH="393480" progId="Equation.DSMT4">
                  <p:embed/>
                  <p:pic>
                    <p:nvPicPr>
                      <p:cNvPr id="430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282575"/>
                        <a:ext cx="255746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308326"/>
              </p:ext>
            </p:extLst>
          </p:nvPr>
        </p:nvGraphicFramePr>
        <p:xfrm>
          <a:off x="1524000" y="3933825"/>
          <a:ext cx="4572000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0" name="Visio" r:id="rId7" imgW="2720872" imgH="1044690" progId="Visio.Drawing.11">
                  <p:embed/>
                </p:oleObj>
              </mc:Choice>
              <mc:Fallback>
                <p:oleObj name="Visio" r:id="rId7" imgW="2720872" imgH="1044690" progId="Visio.Drawing.11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933825"/>
                        <a:ext cx="4572000" cy="175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073519"/>
              </p:ext>
            </p:extLst>
          </p:nvPr>
        </p:nvGraphicFramePr>
        <p:xfrm>
          <a:off x="5918201" y="3943350"/>
          <a:ext cx="4549775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1" name="Visio" r:id="rId9" imgW="2720872" imgH="1044690" progId="Visio.Drawing.11">
                  <p:embed/>
                </p:oleObj>
              </mc:Choice>
              <mc:Fallback>
                <p:oleObj name="Visio" r:id="rId9" imgW="2720872" imgH="1044690" progId="Visio.Drawing.11">
                  <p:embed/>
                  <p:pic>
                    <p:nvPicPr>
                      <p:cNvPr id="43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1" y="3943350"/>
                        <a:ext cx="4549775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676400" y="133667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1992314" y="404813"/>
            <a:ext cx="115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</a:t>
            </a:r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914174"/>
              </p:ext>
            </p:extLst>
          </p:nvPr>
        </p:nvGraphicFramePr>
        <p:xfrm>
          <a:off x="3049588" y="1576388"/>
          <a:ext cx="237331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Equation" r:id="rId11" imgW="1130040" imgH="393480" progId="Equation.DSMT4">
                  <p:embed/>
                </p:oleObj>
              </mc:Choice>
              <mc:Fallback>
                <p:oleObj name="Equation" r:id="rId11" imgW="1130040" imgH="393480" progId="Equation.DSMT4">
                  <p:embed/>
                  <p:pic>
                    <p:nvPicPr>
                      <p:cNvPr id="43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1576388"/>
                        <a:ext cx="237331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3287713" y="558958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=10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7608888" y="558958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=60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2424112" y="1770857"/>
            <a:ext cx="734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                             不满足绝对可和，但能量有限。</a:t>
            </a:r>
          </a:p>
        </p:txBody>
      </p:sp>
      <p:graphicFrame>
        <p:nvGraphicFramePr>
          <p:cNvPr id="430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456438"/>
              </p:ext>
            </p:extLst>
          </p:nvPr>
        </p:nvGraphicFramePr>
        <p:xfrm>
          <a:off x="3048000" y="2509838"/>
          <a:ext cx="44783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Equation" r:id="rId13" imgW="2133360" imgH="393480" progId="Equation.DSMT4">
                  <p:embed/>
                </p:oleObj>
              </mc:Choice>
              <mc:Fallback>
                <p:oleObj name="Equation" r:id="rId13" imgW="2133360" imgH="393480" progId="Equation.DSMT4">
                  <p:embed/>
                  <p:pic>
                    <p:nvPicPr>
                      <p:cNvPr id="430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09838"/>
                        <a:ext cx="44783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2436814" y="2574925"/>
            <a:ext cx="67664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           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       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取不同的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值时，对应的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如图所示。</a:t>
            </a:r>
          </a:p>
        </p:txBody>
      </p:sp>
    </p:spTree>
    <p:extLst>
      <p:ext uri="{BB962C8B-B14F-4D97-AF65-F5344CB8AC3E}">
        <p14:creationId xmlns:p14="http://schemas.microsoft.com/office/powerpoint/2010/main" val="417035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8" name="Text Box 1026"/>
          <p:cNvSpPr txBox="1">
            <a:spLocks noChangeArrowheads="1"/>
          </p:cNvSpPr>
          <p:nvPr/>
        </p:nvSpPr>
        <p:spPr bwMode="auto">
          <a:xfrm>
            <a:off x="1847850" y="188913"/>
            <a:ext cx="7704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例：试求周期为 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的单位冲激函数               的 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aphicFrame>
        <p:nvGraphicFramePr>
          <p:cNvPr id="45059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744987"/>
              </p:ext>
            </p:extLst>
          </p:nvPr>
        </p:nvGraphicFramePr>
        <p:xfrm>
          <a:off x="6586538" y="176213"/>
          <a:ext cx="10033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3" name="Equation" r:id="rId3" imgW="457200" imgH="241200" progId="Equation.DSMT4">
                  <p:embed/>
                </p:oleObj>
              </mc:Choice>
              <mc:Fallback>
                <p:oleObj name="Equation" r:id="rId3" imgW="457200" imgH="241200" progId="Equation.DSMT4">
                  <p:embed/>
                  <p:pic>
                    <p:nvPicPr>
                      <p:cNvPr id="45059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538" y="176213"/>
                        <a:ext cx="10033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44403"/>
              </p:ext>
            </p:extLst>
          </p:nvPr>
        </p:nvGraphicFramePr>
        <p:xfrm>
          <a:off x="2809875" y="2844800"/>
          <a:ext cx="42846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4" name="Equation" r:id="rId5" imgW="1714320" imgH="393480" progId="Equation.DSMT4">
                  <p:embed/>
                </p:oleObj>
              </mc:Choice>
              <mc:Fallback>
                <p:oleObj name="Equation" r:id="rId5" imgW="1714320" imgH="393480" progId="Equation.DSMT4">
                  <p:embed/>
                  <p:pic>
                    <p:nvPicPr>
                      <p:cNvPr id="45062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2844800"/>
                        <a:ext cx="42846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1031"/>
          <p:cNvGraphicFramePr>
            <a:graphicFrameLocks noChangeAspect="1"/>
          </p:cNvGraphicFramePr>
          <p:nvPr/>
        </p:nvGraphicFramePr>
        <p:xfrm>
          <a:off x="7104064" y="2852739"/>
          <a:ext cx="8270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5" name="公式" r:id="rId7" imgW="330120" imgH="368280" progId="Equation.3">
                  <p:embed/>
                </p:oleObj>
              </mc:Choice>
              <mc:Fallback>
                <p:oleObj name="公式" r:id="rId7" imgW="330120" imgH="368280" progId="Equation.3">
                  <p:embed/>
                  <p:pic>
                    <p:nvPicPr>
                      <p:cNvPr id="45063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4" y="2852739"/>
                        <a:ext cx="8270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1033"/>
          <p:cNvSpPr txBox="1">
            <a:spLocks noChangeArrowheads="1"/>
          </p:cNvSpPr>
          <p:nvPr/>
        </p:nvSpPr>
        <p:spPr bwMode="auto">
          <a:xfrm>
            <a:off x="1774825" y="30686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sp>
        <p:nvSpPr>
          <p:cNvPr id="45066" name="Rectangle 1034"/>
          <p:cNvSpPr>
            <a:spLocks noChangeArrowheads="1"/>
          </p:cNvSpPr>
          <p:nvPr/>
        </p:nvSpPr>
        <p:spPr bwMode="auto">
          <a:xfrm>
            <a:off x="1644650" y="23495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1" y="704850"/>
            <a:ext cx="4804833" cy="18972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406" y="4129087"/>
            <a:ext cx="4833428" cy="20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719514" y="260350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56" name="Rectangle 24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40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691831"/>
              </p:ext>
            </p:extLst>
          </p:nvPr>
        </p:nvGraphicFramePr>
        <p:xfrm>
          <a:off x="4321175" y="3197225"/>
          <a:ext cx="35544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3" name="Equation" r:id="rId3" imgW="1422360" imgH="279360" progId="Equation.DSMT4">
                  <p:embed/>
                </p:oleObj>
              </mc:Choice>
              <mc:Fallback>
                <p:oleObj name="Equation" r:id="rId3" imgW="1422360" imgH="279360" progId="Equation.DSMT4">
                  <p:embed/>
                  <p:pic>
                    <p:nvPicPr>
                      <p:cNvPr id="4405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3197225"/>
                        <a:ext cx="3554413" cy="693738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2711451" y="4005264"/>
            <a:ext cx="60483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相位谱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f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l-GR" altLang="zh-CN" dirty="0"/>
              <a:t>ω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的主值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(principal value)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区间为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r>
              <a:rPr kumimoji="1" lang="en-US" altLang="zh-CN" sz="24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kumimoji="1" lang="en-US" altLang="zh-CN" sz="2400" dirty="0" smtClean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p&lt;</a:t>
            </a:r>
            <a:r>
              <a:rPr kumimoji="1" lang="en-US" altLang="zh-CN" sz="2400" i="1" dirty="0" smtClean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f</a:t>
            </a:r>
            <a:r>
              <a:rPr kumimoji="1"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l-GR" altLang="zh-CN" dirty="0">
                <a:solidFill>
                  <a:srgbClr val="FF0000"/>
                </a:solidFill>
              </a:rPr>
              <a:t>ω</a:t>
            </a:r>
            <a:r>
              <a:rPr kumimoji="1" lang="en-US" altLang="zh-CN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kumimoji="1" lang="en-US" altLang="zh-CN" sz="24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</a:p>
        </p:txBody>
      </p:sp>
      <p:graphicFrame>
        <p:nvGraphicFramePr>
          <p:cNvPr id="44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129888"/>
              </p:ext>
            </p:extLst>
          </p:nvPr>
        </p:nvGraphicFramePr>
        <p:xfrm>
          <a:off x="4392613" y="1325563"/>
          <a:ext cx="11747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4" name="Equation" r:id="rId5" imgW="469800" imgH="228600" progId="Equation.DSMT4">
                  <p:embed/>
                </p:oleObj>
              </mc:Choice>
              <mc:Fallback>
                <p:oleObj name="Equation" r:id="rId5" imgW="469800" imgH="228600" progId="Equation.DSMT4">
                  <p:embed/>
                  <p:pic>
                    <p:nvPicPr>
                      <p:cNvPr id="4405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1325563"/>
                        <a:ext cx="11747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0" name="Text Box 28"/>
          <p:cNvSpPr txBox="1">
            <a:spLocks noChangeArrowheads="1"/>
          </p:cNvSpPr>
          <p:nvPr/>
        </p:nvSpPr>
        <p:spPr bwMode="auto">
          <a:xfrm>
            <a:off x="2576513" y="1375758"/>
            <a:ext cx="64801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               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一般为</a:t>
            </a:r>
            <a:r>
              <a:rPr kumimoji="1" lang="en-US" altLang="zh-CN" sz="2400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的复函数，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可表达为幅度谱和相位谱的形式，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也可表达为实部和虚部的形式。</a:t>
            </a:r>
          </a:p>
        </p:txBody>
      </p:sp>
      <p:graphicFrame>
        <p:nvGraphicFramePr>
          <p:cNvPr id="4406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356611"/>
              </p:ext>
            </p:extLst>
          </p:nvPr>
        </p:nvGraphicFramePr>
        <p:xfrm>
          <a:off x="3760788" y="5414963"/>
          <a:ext cx="44116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Equation" r:id="rId7" imgW="1765080" imgH="241200" progId="Equation.DSMT4">
                  <p:embed/>
                </p:oleObj>
              </mc:Choice>
              <mc:Fallback>
                <p:oleObj name="Equation" r:id="rId7" imgW="1765080" imgH="241200" progId="Equation.DSMT4">
                  <p:embed/>
                  <p:pic>
                    <p:nvPicPr>
                      <p:cNvPr id="4406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5414963"/>
                        <a:ext cx="4411662" cy="5969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795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3719514" y="260350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814545"/>
              </p:ext>
            </p:extLst>
          </p:nvPr>
        </p:nvGraphicFramePr>
        <p:xfrm>
          <a:off x="2362200" y="4622800"/>
          <a:ext cx="66659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7" name="Equation" r:id="rId3" imgW="2666880" imgH="241200" progId="Equation.DSMT4">
                  <p:embed/>
                </p:oleObj>
              </mc:Choice>
              <mc:Fallback>
                <p:oleObj name="Equation" r:id="rId3" imgW="2666880" imgH="241200" progId="Equation.DSMT4">
                  <p:embed/>
                  <p:pic>
                    <p:nvPicPr>
                      <p:cNvPr id="68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22800"/>
                        <a:ext cx="6665913" cy="5969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2351089" y="1412875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线性特性</a:t>
            </a:r>
          </a:p>
        </p:txBody>
      </p:sp>
      <p:graphicFrame>
        <p:nvGraphicFramePr>
          <p:cNvPr id="68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79360"/>
              </p:ext>
            </p:extLst>
          </p:nvPr>
        </p:nvGraphicFramePr>
        <p:xfrm>
          <a:off x="3851275" y="2246313"/>
          <a:ext cx="33972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8" name="Equation" r:id="rId5" imgW="1358640" imgH="241200" progId="Equation.DSMT4">
                  <p:embed/>
                </p:oleObj>
              </mc:Choice>
              <mc:Fallback>
                <p:oleObj name="Equation" r:id="rId5" imgW="1358640" imgH="241200" progId="Equation.DSMT4">
                  <p:embed/>
                  <p:pic>
                    <p:nvPicPr>
                      <p:cNvPr id="68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246313"/>
                        <a:ext cx="3397250" cy="5969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443677"/>
              </p:ext>
            </p:extLst>
          </p:nvPr>
        </p:nvGraphicFramePr>
        <p:xfrm>
          <a:off x="3786188" y="2965450"/>
          <a:ext cx="34925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9" name="Equation" r:id="rId7" imgW="1396800" imgH="241200" progId="Equation.DSMT4">
                  <p:embed/>
                </p:oleObj>
              </mc:Choice>
              <mc:Fallback>
                <p:oleObj name="Equation" r:id="rId7" imgW="1396800" imgH="241200" progId="Equation.DSMT4">
                  <p:embed/>
                  <p:pic>
                    <p:nvPicPr>
                      <p:cNvPr id="686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965450"/>
                        <a:ext cx="3492500" cy="598488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2640013" y="227647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2566988" y="393382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则有</a:t>
            </a:r>
          </a:p>
        </p:txBody>
      </p:sp>
    </p:spTree>
    <p:extLst>
      <p:ext uri="{BB962C8B-B14F-4D97-AF65-F5344CB8AC3E}">
        <p14:creationId xmlns:p14="http://schemas.microsoft.com/office/powerpoint/2010/main" val="415473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77326"/>
              </p:ext>
            </p:extLst>
          </p:nvPr>
        </p:nvGraphicFramePr>
        <p:xfrm>
          <a:off x="3857625" y="2876550"/>
          <a:ext cx="3848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1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876550"/>
                        <a:ext cx="38481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246544"/>
              </p:ext>
            </p:extLst>
          </p:nvPr>
        </p:nvGraphicFramePr>
        <p:xfrm>
          <a:off x="2022475" y="4567238"/>
          <a:ext cx="21605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2" name="Equation" r:id="rId5" imgW="863280" imgH="228600" progId="Equation.DSMT4">
                  <p:embed/>
                </p:oleObj>
              </mc:Choice>
              <mc:Fallback>
                <p:oleObj name="Equation" r:id="rId5" imgW="863280" imgH="228600" progId="Equation.DSMT4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567238"/>
                        <a:ext cx="216058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446971"/>
              </p:ext>
            </p:extLst>
          </p:nvPr>
        </p:nvGraphicFramePr>
        <p:xfrm>
          <a:off x="4535487" y="4234656"/>
          <a:ext cx="2855913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3" name="Equation" r:id="rId7" imgW="1143000" imgH="482400" progId="Equation.DSMT4">
                  <p:embed/>
                </p:oleObj>
              </mc:Choice>
              <mc:Fallback>
                <p:oleObj name="Equation" r:id="rId7" imgW="1143000" imgH="482400" progId="Equation.DSMT4">
                  <p:embed/>
                  <p:pic>
                    <p:nvPicPr>
                      <p:cNvPr id="62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4234656"/>
                        <a:ext cx="2855913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664118"/>
              </p:ext>
            </p:extLst>
          </p:nvPr>
        </p:nvGraphicFramePr>
        <p:xfrm>
          <a:off x="7391400" y="4567238"/>
          <a:ext cx="17430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4" name="Equation" r:id="rId9" imgW="698400" imgH="228600" progId="Equation.DSMT4">
                  <p:embed/>
                </p:oleObj>
              </mc:Choice>
              <mc:Fallback>
                <p:oleObj name="Equation" r:id="rId9" imgW="698400" imgH="228600" progId="Equation.DSMT4">
                  <p:embed/>
                  <p:pic>
                    <p:nvPicPr>
                      <p:cNvPr id="624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567238"/>
                        <a:ext cx="17430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3719514" y="260350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83" name="Text Box 19"/>
          <p:cNvSpPr txBox="1">
            <a:spLocks noChangeArrowheads="1"/>
          </p:cNvSpPr>
          <p:nvPr/>
        </p:nvSpPr>
        <p:spPr bwMode="auto">
          <a:xfrm>
            <a:off x="1992313" y="1484313"/>
            <a:ext cx="2087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kumimoji="1"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对称特性</a:t>
            </a:r>
          </a:p>
        </p:txBody>
      </p:sp>
      <p:graphicFrame>
        <p:nvGraphicFramePr>
          <p:cNvPr id="624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924495"/>
              </p:ext>
            </p:extLst>
          </p:nvPr>
        </p:nvGraphicFramePr>
        <p:xfrm>
          <a:off x="3873500" y="2044700"/>
          <a:ext cx="34036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5" name="Equation" r:id="rId11" imgW="1358640" imgH="228600" progId="Equation.DSMT4">
                  <p:embed/>
                </p:oleObj>
              </mc:Choice>
              <mc:Fallback>
                <p:oleObj name="Equation" r:id="rId11" imgW="1358640" imgH="228600" progId="Equation.DSMT4">
                  <p:embed/>
                  <p:pic>
                    <p:nvPicPr>
                      <p:cNvPr id="624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2044700"/>
                        <a:ext cx="34036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3143250" y="2060575"/>
            <a:ext cx="86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</a:p>
        </p:txBody>
      </p:sp>
      <p:graphicFrame>
        <p:nvGraphicFramePr>
          <p:cNvPr id="624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106950"/>
              </p:ext>
            </p:extLst>
          </p:nvPr>
        </p:nvGraphicFramePr>
        <p:xfrm>
          <a:off x="3825875" y="3597275"/>
          <a:ext cx="39100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6" name="Equation" r:id="rId13" imgW="1562040" imgH="228600" progId="Equation.DSMT4">
                  <p:embed/>
                </p:oleObj>
              </mc:Choice>
              <mc:Fallback>
                <p:oleObj name="Equation" r:id="rId13" imgW="1562040" imgH="228600" progId="Equation.DSMT4">
                  <p:embed/>
                  <p:pic>
                    <p:nvPicPr>
                      <p:cNvPr id="624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3597275"/>
                        <a:ext cx="39100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7" name="Text Box 23"/>
          <p:cNvSpPr txBox="1">
            <a:spLocks noChangeArrowheads="1"/>
          </p:cNvSpPr>
          <p:nvPr/>
        </p:nvSpPr>
        <p:spPr bwMode="auto">
          <a:xfrm>
            <a:off x="3143250" y="2924175"/>
            <a:ext cx="86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248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318688"/>
              </p:ext>
            </p:extLst>
          </p:nvPr>
        </p:nvGraphicFramePr>
        <p:xfrm>
          <a:off x="1992313" y="5508625"/>
          <a:ext cx="27416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7" name="Equation" r:id="rId15" imgW="952200" imgH="228600" progId="Equation.DSMT4">
                  <p:embed/>
                </p:oleObj>
              </mc:Choice>
              <mc:Fallback>
                <p:oleObj name="Equation" r:id="rId15" imgW="952200" imgH="228600" progId="Equation.DSMT4">
                  <p:embed/>
                  <p:pic>
                    <p:nvPicPr>
                      <p:cNvPr id="6248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508625"/>
                        <a:ext cx="27416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764432"/>
              </p:ext>
            </p:extLst>
          </p:nvPr>
        </p:nvGraphicFramePr>
        <p:xfrm>
          <a:off x="4618038" y="5224463"/>
          <a:ext cx="3078162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8" name="Equation" r:id="rId17" imgW="1231560" imgH="482400" progId="Equation.DSMT4">
                  <p:embed/>
                </p:oleObj>
              </mc:Choice>
              <mc:Fallback>
                <p:oleObj name="Equation" r:id="rId17" imgW="1231560" imgH="482400" progId="Equation.DSMT4">
                  <p:embed/>
                  <p:pic>
                    <p:nvPicPr>
                      <p:cNvPr id="624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5224463"/>
                        <a:ext cx="3078162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45688"/>
              </p:ext>
            </p:extLst>
          </p:nvPr>
        </p:nvGraphicFramePr>
        <p:xfrm>
          <a:off x="7518400" y="5535613"/>
          <a:ext cx="1616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9" name="Equation" r:id="rId19" imgW="647640" imgH="228600" progId="Equation.DSMT4">
                  <p:embed/>
                </p:oleObj>
              </mc:Choice>
              <mc:Fallback>
                <p:oleObj name="Equation" r:id="rId19" imgW="647640" imgH="228600" progId="Equation.DSMT4">
                  <p:embed/>
                  <p:pic>
                    <p:nvPicPr>
                      <p:cNvPr id="6249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5535613"/>
                        <a:ext cx="16160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1399647" y="4635500"/>
            <a:ext cx="2087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  <a:endParaRPr kumimoji="1" lang="zh-CN" altLang="en-US" sz="2400" b="1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529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1847851" y="1471613"/>
            <a:ext cx="96160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kumimoji="1" lang="en-US" altLang="zh-CN" sz="2800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[n]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是实序列时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，由于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，所以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有（</a:t>
            </a:r>
            <a:r>
              <a:rPr lang="zh-CN" altLang="en-US" sz="2800" b="1" dirty="0"/>
              <a:t>共轭</a:t>
            </a:r>
            <a:r>
              <a:rPr lang="zh-CN" altLang="en-US" sz="2800" b="1" dirty="0" smtClean="0"/>
              <a:t>对称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99062"/>
              </p:ext>
            </p:extLst>
          </p:nvPr>
        </p:nvGraphicFramePr>
        <p:xfrm>
          <a:off x="4640263" y="2260600"/>
          <a:ext cx="29178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5" name="Equation" r:id="rId3" imgW="1168200" imgH="228600" progId="Equation.DSMT4">
                  <p:embed/>
                </p:oleObj>
              </mc:Choice>
              <mc:Fallback>
                <p:oleObj name="Equation" r:id="rId3" imgW="1168200" imgH="228600" progId="Equation.DSMT4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2260600"/>
                        <a:ext cx="29178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828218"/>
              </p:ext>
            </p:extLst>
          </p:nvPr>
        </p:nvGraphicFramePr>
        <p:xfrm>
          <a:off x="3543300" y="3109913"/>
          <a:ext cx="49466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6" name="Equation" r:id="rId5" imgW="1981080" imgH="279360" progId="Equation.DSMT4">
                  <p:embed/>
                </p:oleObj>
              </mc:Choice>
              <mc:Fallback>
                <p:oleObj name="Equation" r:id="rId5" imgW="1981080" imgH="279360" progId="Equation.DSMT4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3109913"/>
                        <a:ext cx="4946650" cy="693737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169104"/>
              </p:ext>
            </p:extLst>
          </p:nvPr>
        </p:nvGraphicFramePr>
        <p:xfrm>
          <a:off x="3489325" y="3906838"/>
          <a:ext cx="26543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7" name="Equation" r:id="rId7" imgW="1206360" imgH="279360" progId="Equation.DSMT4">
                  <p:embed/>
                </p:oleObj>
              </mc:Choice>
              <mc:Fallback>
                <p:oleObj name="Equation" r:id="rId7" imgW="1206360" imgH="279360" progId="Equation.DSMT4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3906838"/>
                        <a:ext cx="26543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34833"/>
              </p:ext>
            </p:extLst>
          </p:nvPr>
        </p:nvGraphicFramePr>
        <p:xfrm>
          <a:off x="6621463" y="3992563"/>
          <a:ext cx="19859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8" name="Equation" r:id="rId9" imgW="990360" imgH="203040" progId="Equation.DSMT4">
                  <p:embed/>
                </p:oleObj>
              </mc:Choice>
              <mc:Fallback>
                <p:oleObj name="Equation" r:id="rId9" imgW="990360" imgH="203040" progId="Equation.DSMT4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63" y="3992563"/>
                        <a:ext cx="19859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54019"/>
              </p:ext>
            </p:extLst>
          </p:nvPr>
        </p:nvGraphicFramePr>
        <p:xfrm>
          <a:off x="3000375" y="4767263"/>
          <a:ext cx="64801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9" name="Equation" r:id="rId11" imgW="2590560" imgH="241200" progId="Equation.DSMT4">
                  <p:embed/>
                </p:oleObj>
              </mc:Choice>
              <mc:Fallback>
                <p:oleObj name="Equation" r:id="rId11" imgW="2590560" imgH="241200" progId="Equation.DSMT4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767263"/>
                        <a:ext cx="6480175" cy="598487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80965"/>
              </p:ext>
            </p:extLst>
          </p:nvPr>
        </p:nvGraphicFramePr>
        <p:xfrm>
          <a:off x="2927350" y="5630863"/>
          <a:ext cx="31051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0" name="Equation" r:id="rId13" imgW="1244520" imgH="241200" progId="Equation.DSMT4">
                  <p:embed/>
                </p:oleObj>
              </mc:Choice>
              <mc:Fallback>
                <p:oleObj name="Equation" r:id="rId13" imgW="1244520" imgH="241200" progId="Equation.DSMT4">
                  <p:embed/>
                  <p:pic>
                    <p:nvPicPr>
                      <p:cNvPr id="69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30863"/>
                        <a:ext cx="31051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07779"/>
              </p:ext>
            </p:extLst>
          </p:nvPr>
        </p:nvGraphicFramePr>
        <p:xfrm>
          <a:off x="6527800" y="5630863"/>
          <a:ext cx="31702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1" name="Equation" r:id="rId15" imgW="1269720" imgH="241200" progId="Equation.DSMT4">
                  <p:embed/>
                </p:oleObj>
              </mc:Choice>
              <mc:Fallback>
                <p:oleObj name="Equation" r:id="rId15" imgW="1269720" imgH="241200" progId="Equation.DSMT4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5630863"/>
                        <a:ext cx="31702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546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206</Words>
  <Application>Microsoft Office PowerPoint</Application>
  <PresentationFormat>宽屏</PresentationFormat>
  <Paragraphs>43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等线</vt:lpstr>
      <vt:lpstr>宋体</vt:lpstr>
      <vt:lpstr>华文仿宋</vt:lpstr>
      <vt:lpstr>Arial</vt:lpstr>
      <vt:lpstr>Symbol</vt:lpstr>
      <vt:lpstr>Times New Roman</vt:lpstr>
      <vt:lpstr>DSP</vt:lpstr>
      <vt:lpstr>Equation</vt:lpstr>
      <vt:lpstr>MathType 7.0 Equation</vt:lpstr>
      <vt:lpstr>Visio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27</cp:revision>
  <dcterms:created xsi:type="dcterms:W3CDTF">2020-08-06T07:31:11Z</dcterms:created>
  <dcterms:modified xsi:type="dcterms:W3CDTF">2022-09-25T04:47:05Z</dcterms:modified>
</cp:coreProperties>
</file>