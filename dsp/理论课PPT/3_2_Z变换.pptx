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7" r:id="rId2"/>
    <p:sldId id="268" r:id="rId3"/>
    <p:sldId id="269" r:id="rId4"/>
    <p:sldId id="270" r:id="rId5"/>
    <p:sldId id="266" r:id="rId6"/>
    <p:sldId id="27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C4C40-1CC7-4E15-8BE0-012269B4C64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63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65549A-B62A-4838-9782-D1B690BC703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989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F3FE38-CD4E-4AD6-8D32-82D259E7BD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58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55A5C3-1914-4EA4-A2E6-2EB3EFCED5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93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2022/9/13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5964B6-C796-40EF-9F9F-3C807A84CC4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81000"/>
            <a:ext cx="67818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幂级数展开法（长除法）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3796" name="对象 2"/>
          <p:cNvGraphicFramePr>
            <a:graphicFrameLocks noChangeAspect="1"/>
          </p:cNvGraphicFramePr>
          <p:nvPr/>
        </p:nvGraphicFramePr>
        <p:xfrm>
          <a:off x="2133601" y="1585913"/>
          <a:ext cx="79660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4" imgW="3962400" imgH="431800" progId="Equation.3">
                  <p:embed/>
                </p:oleObj>
              </mc:Choice>
              <mc:Fallback>
                <p:oleObj name="Equation" r:id="rId4" imgW="3962400" imgH="431800" progId="Equation.3">
                  <p:embed/>
                  <p:pic>
                    <p:nvPicPr>
                      <p:cNvPr id="3379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585913"/>
                        <a:ext cx="796607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750888" y="2573338"/>
          <a:ext cx="4970462" cy="300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6" imgW="1739880" imgH="1054080" progId="Equation.DSMT4">
                  <p:embed/>
                </p:oleObj>
              </mc:Choice>
              <mc:Fallback>
                <p:oleObj name="Equation" r:id="rId6" imgW="1739880" imgH="105408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0888" y="2573338"/>
                        <a:ext cx="4970462" cy="300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4763" y="2413530"/>
            <a:ext cx="6467237" cy="389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9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609600" y="1521226"/>
          <a:ext cx="6756400" cy="2250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3" imgW="1714320" imgH="571320" progId="Equation.DSMT4">
                  <p:embed/>
                </p:oleObj>
              </mc:Choice>
              <mc:Fallback>
                <p:oleObj name="Equation" r:id="rId3" imgW="1714320" imgH="57132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1521226"/>
                        <a:ext cx="6756400" cy="22506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453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3B6BC-AD93-4D69-A900-6060EEFE5005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81000"/>
            <a:ext cx="35052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595313" y="1547813"/>
          <a:ext cx="4897437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Equation" r:id="rId4" imgW="1714320" imgH="952200" progId="Equation.DSMT4">
                  <p:embed/>
                </p:oleObj>
              </mc:Choice>
              <mc:Fallback>
                <p:oleObj name="Equation" r:id="rId4" imgW="1714320" imgH="9522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5313" y="1547813"/>
                        <a:ext cx="4897437" cy="272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2"/>
          <p:cNvGraphicFramePr>
            <a:graphicFrameLocks noChangeAspect="1"/>
          </p:cNvGraphicFramePr>
          <p:nvPr>
            <p:extLst/>
          </p:nvPr>
        </p:nvGraphicFramePr>
        <p:xfrm>
          <a:off x="595313" y="5547813"/>
          <a:ext cx="79660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Equation" r:id="rId6" imgW="3962400" imgH="431800" progId="Equation.3">
                  <p:embed/>
                </p:oleObj>
              </mc:Choice>
              <mc:Fallback>
                <p:oleObj name="Equation" r:id="rId6" imgW="3962400" imgH="431800" progId="Equation.3">
                  <p:embed/>
                  <p:pic>
                    <p:nvPicPr>
                      <p:cNvPr id="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5547813"/>
                        <a:ext cx="796607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1019" y="1246812"/>
            <a:ext cx="5111562" cy="434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1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1D8281-6DCF-41C7-BBAD-FF16726BA2EB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533400"/>
            <a:ext cx="556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5844" name="TextBox 2"/>
          <p:cNvSpPr txBox="1">
            <a:spLocks noChangeArrowheads="1"/>
          </p:cNvSpPr>
          <p:nvPr/>
        </p:nvSpPr>
        <p:spPr bwMode="auto">
          <a:xfrm>
            <a:off x="2362201" y="1676400"/>
            <a:ext cx="16706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、线性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734" y="2305050"/>
            <a:ext cx="7217866" cy="217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TextBox 3"/>
          <p:cNvSpPr txBox="1">
            <a:spLocks noChangeArrowheads="1"/>
          </p:cNvSpPr>
          <p:nvPr/>
        </p:nvSpPr>
        <p:spPr bwMode="auto">
          <a:xfrm>
            <a:off x="488840" y="4530804"/>
            <a:ext cx="10483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注：在叠加的过程中，零极点有可能抵消，收敛域会扩大</a:t>
            </a:r>
          </a:p>
        </p:txBody>
      </p:sp>
    </p:spTree>
    <p:extLst>
      <p:ext uri="{BB962C8B-B14F-4D97-AF65-F5344CB8AC3E}">
        <p14:creationId xmlns:p14="http://schemas.microsoft.com/office/powerpoint/2010/main" val="236228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CEF658F-B0C5-468F-94A1-F06E2107A6A9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304800"/>
            <a:ext cx="66294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868" name="TextBox 3"/>
          <p:cNvSpPr txBox="1">
            <a:spLocks noChangeArrowheads="1"/>
          </p:cNvSpPr>
          <p:nvPr/>
        </p:nvSpPr>
        <p:spPr bwMode="auto">
          <a:xfrm>
            <a:off x="2286001" y="1524000"/>
            <a:ext cx="16706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>
                <a:solidFill>
                  <a:srgbClr val="000000"/>
                </a:solidFill>
              </a:rPr>
              <a:t>2</a:t>
            </a:r>
            <a:r>
              <a:rPr lang="zh-CN" altLang="en-US" sz="3200" dirty="0">
                <a:solidFill>
                  <a:srgbClr val="000000"/>
                </a:solidFill>
              </a:rPr>
              <a:t>、移位</a:t>
            </a:r>
          </a:p>
        </p:txBody>
      </p:sp>
      <p:sp>
        <p:nvSpPr>
          <p:cNvPr id="36869" name="TextBox 4"/>
          <p:cNvSpPr txBox="1">
            <a:spLocks noChangeArrowheads="1"/>
          </p:cNvSpPr>
          <p:nvPr/>
        </p:nvSpPr>
        <p:spPr bwMode="auto">
          <a:xfrm>
            <a:off x="2362200" y="3124200"/>
            <a:ext cx="3318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>
                <a:solidFill>
                  <a:srgbClr val="000000"/>
                </a:solidFill>
              </a:rPr>
              <a:t>3</a:t>
            </a:r>
            <a:r>
              <a:rPr lang="zh-CN" altLang="en-US" sz="3200" dirty="0">
                <a:solidFill>
                  <a:srgbClr val="000000"/>
                </a:solidFill>
              </a:rPr>
              <a:t>、乘以指数序列</a:t>
            </a:r>
          </a:p>
        </p:txBody>
      </p:sp>
      <p:graphicFrame>
        <p:nvGraphicFramePr>
          <p:cNvPr id="36872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582033"/>
              </p:ext>
            </p:extLst>
          </p:nvPr>
        </p:nvGraphicFramePr>
        <p:xfrm>
          <a:off x="2874116" y="3698876"/>
          <a:ext cx="8553501" cy="79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0" name="Equation" r:id="rId4" imgW="2755900" imgH="254000" progId="Equation.3">
                  <p:embed/>
                </p:oleObj>
              </mc:Choice>
              <mc:Fallback>
                <p:oleObj name="Equation" r:id="rId4" imgW="2755900" imgH="254000" progId="Equation.3">
                  <p:embed/>
                  <p:pic>
                    <p:nvPicPr>
                      <p:cNvPr id="36872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116" y="3698876"/>
                        <a:ext cx="8553501" cy="790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003734"/>
              </p:ext>
            </p:extLst>
          </p:nvPr>
        </p:nvGraphicFramePr>
        <p:xfrm>
          <a:off x="2874116" y="2152650"/>
          <a:ext cx="689144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1" name="Equation" r:id="rId6" imgW="2451100" imgH="254000" progId="Equation.3">
                  <p:embed/>
                </p:oleObj>
              </mc:Choice>
              <mc:Fallback>
                <p:oleObj name="Equation" r:id="rId6" imgW="2451100" imgH="254000" progId="Equation.3">
                  <p:embed/>
                  <p:pic>
                    <p:nvPicPr>
                      <p:cNvPr id="36873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116" y="2152650"/>
                        <a:ext cx="6891443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7325" y="5105400"/>
            <a:ext cx="935355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7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1074400" cy="651933"/>
          </a:xfrm>
        </p:spPr>
        <p:txBody>
          <a:bodyPr/>
          <a:lstStyle/>
          <a:p>
            <a:r>
              <a:rPr lang="zh-CN" altLang="en-US" dirty="0" smtClean="0"/>
              <a:t>方法一：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504781"/>
              </p:ext>
            </p:extLst>
          </p:nvPr>
        </p:nvGraphicFramePr>
        <p:xfrm>
          <a:off x="1557338" y="2290763"/>
          <a:ext cx="46545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3" imgW="1752480" imgH="279360" progId="Equation.DSMT4">
                  <p:embed/>
                </p:oleObj>
              </mc:Choice>
              <mc:Fallback>
                <p:oleObj name="Equation" r:id="rId3" imgW="1752480" imgH="279360" progId="Equation.DSMT4">
                  <p:embed/>
                  <p:pic>
                    <p:nvPicPr>
                      <p:cNvPr id="17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2290763"/>
                        <a:ext cx="46545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60400" y="3334809"/>
            <a:ext cx="11074400" cy="65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 smtClean="0"/>
              <a:t>方法</a:t>
            </a:r>
            <a:r>
              <a:rPr lang="zh-CN" altLang="en-US" kern="0" dirty="0"/>
              <a:t>二</a:t>
            </a:r>
            <a:r>
              <a:rPr lang="zh-CN" altLang="en-US" kern="0" dirty="0" smtClean="0"/>
              <a:t>：</a:t>
            </a:r>
            <a:endParaRPr lang="zh-CN" altLang="en-US" kern="0" dirty="0"/>
          </a:p>
        </p:txBody>
      </p:sp>
      <p:graphicFrame>
        <p:nvGraphicFramePr>
          <p:cNvPr id="7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412509"/>
              </p:ext>
            </p:extLst>
          </p:nvPr>
        </p:nvGraphicFramePr>
        <p:xfrm>
          <a:off x="1265238" y="4033838"/>
          <a:ext cx="644048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5" imgW="2425680" imgH="279360" progId="Equation.DSMT4">
                  <p:embed/>
                </p:oleObj>
              </mc:Choice>
              <mc:Fallback>
                <p:oleObj name="Equation" r:id="rId5" imgW="2425680" imgH="279360" progId="Equation.DSMT4">
                  <p:embed/>
                  <p:pic>
                    <p:nvPicPr>
                      <p:cNvPr id="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4033838"/>
                        <a:ext cx="6440487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907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61</Words>
  <Application>Microsoft Office PowerPoint</Application>
  <PresentationFormat>宽屏</PresentationFormat>
  <Paragraphs>20</Paragraphs>
  <Slides>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宋体</vt:lpstr>
      <vt:lpstr>Comic Sans MS</vt:lpstr>
      <vt:lpstr>Times New Roman</vt:lpstr>
      <vt:lpstr>icfp99</vt:lpstr>
      <vt:lpstr>Equation</vt:lpstr>
      <vt:lpstr>幂级数展开法（长除法）</vt:lpstr>
      <vt:lpstr>PowerPoint 演示文稿</vt:lpstr>
      <vt:lpstr>例题</vt:lpstr>
      <vt:lpstr>Z变换的性质 </vt:lpstr>
      <vt:lpstr>Z变换的性质 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CHAO WU</cp:lastModifiedBy>
  <cp:revision>75</cp:revision>
  <dcterms:created xsi:type="dcterms:W3CDTF">2020-08-06T07:26:29Z</dcterms:created>
  <dcterms:modified xsi:type="dcterms:W3CDTF">2022-09-13T13:21:13Z</dcterms:modified>
</cp:coreProperties>
</file>